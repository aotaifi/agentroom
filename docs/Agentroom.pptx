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4ADBB5"/>
                </a:solidFill>
                <a:latin typeface="Aptos"/>
              </a:defRPr>
            </a:pPr>
            <a:r>
              <a:t>AGENTROOM /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4200">
                <a:solidFill>
                  <a:srgbClr val="EEF4F9"/>
                </a:solidFill>
                <a:latin typeface="Aptos"/>
              </a:defRPr>
            </a:pPr>
            <a:r>
              <a:t>Agent freedom.</a:t>
            </a:r>
          </a:p>
          <a:p>
            <a:pPr>
              <a:spcAft>
                <a:spcPts val="1600"/>
              </a:spcAft>
              <a:defRPr sz="4200">
                <a:solidFill>
                  <a:srgbClr val="EEF4F9"/>
                </a:solidFill>
                <a:latin typeface="Aptos"/>
              </a:defRPr>
            </a:pPr>
            <a:r>
              <a:t>Control outside.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A real development workspace for every agent.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Your host, credentials and cluster controls stay outside.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>
                <a:solidFill>
                  <a:srgbClr val="A6B7C9"/>
                </a:solidFill>
                <a:latin typeface="Aptos"/>
              </a:defRPr>
            </a:pPr>
            <a:r>
              <a:t>Agentroom · prototype v0.1                                      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4ADBB5"/>
                </a:solidFill>
                <a:latin typeface="Aptos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4200">
                <a:solidFill>
                  <a:srgbClr val="EEF4F9"/>
                </a:solidFill>
                <a:latin typeface="Aptos"/>
              </a:defRPr>
            </a:pPr>
            <a:r>
              <a:t>One pod. One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Profile  →  rootless pod  →  structured job gateway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Copied project. Pinned dependencies. Familiar shell.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Destination workers are the next integration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>
                <a:solidFill>
                  <a:srgbClr val="A6B7C9"/>
                </a:solidFill>
                <a:latin typeface="Aptos"/>
              </a:defRPr>
            </a:pPr>
            <a:r>
              <a:t>Agentroom · prototype v0.1                                      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4ADBB5"/>
                </a:solidFill>
                <a:latin typeface="Aptos"/>
              </a:defRPr>
            </a:pPr>
            <a:r>
              <a:t>LIVE SETTINGS / WS1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4200">
                <a:solidFill>
                  <a:srgbClr val="EEF4F9"/>
                </a:solidFill>
                <a:latin typeface="Aptos"/>
              </a:defRPr>
            </a:pPr>
            <a:r>
              <a:t>Chatty is the first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2 logical CPUs · 4g RAM · 768m workspace · 128 processes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Offline · non-root · read-only image · no keys or host sockets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Python 3.11 with JAX / NetKet / Flax / SciPy / Numba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>
                <a:solidFill>
                  <a:srgbClr val="A6B7C9"/>
                </a:solidFill>
                <a:latin typeface="Aptos"/>
              </a:defRPr>
            </a:pPr>
            <a:r>
              <a:t>Agentroom · prototype v0.1                                      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4ADBB5"/>
                </a:solidFill>
                <a:latin typeface="Aptos"/>
              </a:defRPr>
            </a:pPr>
            <a:r>
              <a:t>ONE JSON PROFILE / MANY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4200">
                <a:solidFill>
                  <a:srgbClr val="EEF4F9"/>
                </a:solidFill>
                <a:latin typeface="Aptos"/>
              </a:defRPr>
            </a:pPr>
            <a:r>
              <a:t>Generic by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Resources → CPU, RAM, filesystem capacity, processes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Environment → image, dependencies, explicit variables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Permissions → copied inputs; enforced isolation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Backends → independent resource ceilings and worker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>
                <a:solidFill>
                  <a:srgbClr val="A6B7C9"/>
                </a:solidFill>
                <a:latin typeface="Aptos"/>
              </a:defRPr>
            </a:pPr>
            <a:r>
              <a:t>Agentroom · prototype v0.1                                      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4ADBB5"/>
                </a:solidFill>
                <a:latin typeface="Aptos"/>
              </a:defRPr>
            </a:pPr>
            <a:r>
              <a:t>STARTUP PITCH / VERIFIED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4200">
                <a:solidFill>
                  <a:srgbClr val="EEF4F9"/>
                </a:solidFill>
                <a:latin typeface="Aptos"/>
              </a:defRPr>
            </a:pPr>
            <a:r>
              <a:t>Review now. Integrate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Live pod and isolation checks: passed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Slurm + workstation-pool preparation: verified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Live submission: disabled until isolated workers exist</a:t>
            </a:r>
          </a:p>
          <a:p>
            <a:pPr>
              <a:spcAft>
                <a:spcPts val="1600"/>
              </a:spcAft>
              <a:defRPr sz="2500">
                <a:solidFill>
                  <a:srgbClr val="A6B7C9"/>
                </a:solidFill>
                <a:latin typeface="Aptos"/>
              </a:defRPr>
            </a:pPr>
            <a:r>
              <a:t>Chatty research state: untouched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>
                <a:solidFill>
                  <a:srgbClr val="A6B7C9"/>
                </a:solidFill>
                <a:latin typeface="Aptos"/>
              </a:defRPr>
            </a:pPr>
            <a:r>
              <a:t>Agentroom · prototype v0.1                                      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